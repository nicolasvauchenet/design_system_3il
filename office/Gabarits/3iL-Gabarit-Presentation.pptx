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dfce16f1f34a47" /><Relationship Type="http://schemas.openxmlformats.org/officeDocument/2006/relationships/extended-properties" Target="/docProps/app.xml" Id="Rf5c5a7b2286f48e0" /><Relationship Type="http://schemas.openxmlformats.org/officeDocument/2006/relationships/officeDocument" Target="/ppt/presentation.xml" Id="Rfe995704e67c497b" /></Relationships>
</file>

<file path=ppt/presentation.xml><?xml version="1.0" encoding="utf-8"?>
<p:presentation xmlns:p="http://schemas.openxmlformats.org/presentationml/2006/main">
  <p:sldMasterIdLst>
    <p:sldMasterId xmlns:r="http://schemas.openxmlformats.org/officeDocument/2006/relationships" id="2147483648" r:id="Raa99a9cc59cf4177"/>
    <p:sldMasterId xmlns:r="http://schemas.openxmlformats.org/officeDocument/2006/relationships" id="2147483650" r:id="Rc78537b4897e4acd"/>
    <p:sldMasterId xmlns:r="http://schemas.openxmlformats.org/officeDocument/2006/relationships" id="2147483655" r:id="R54ebbd4f64e9441b"/>
  </p:sldMasterIdLst>
  <p:notesMasterIdLst>
    <p:notesMasterId xmlns:r="http://schemas.openxmlformats.org/officeDocument/2006/relationships" r:id="R82158004d1b74219"/>
  </p:notesMasterIdLst>
  <p:sldIdLst>
    <p:sldId xmlns:r="http://schemas.openxmlformats.org/officeDocument/2006/relationships" id="256" r:id="Raaaf28fd27974db2"/>
    <p:sldId xmlns:r="http://schemas.openxmlformats.org/officeDocument/2006/relationships" id="257" r:id="R4f122ee25f9a421c"/>
    <p:sldId xmlns:r="http://schemas.openxmlformats.org/officeDocument/2006/relationships" id="258" r:id="R2d1106f434a14231"/>
    <p:sldId xmlns:r="http://schemas.openxmlformats.org/officeDocument/2006/relationships" id="259" r:id="R282de9c720814b15"/>
    <p:sldId xmlns:r="http://schemas.openxmlformats.org/officeDocument/2006/relationships" id="260" r:id="Rafc8fe7b176a49f9"/>
    <p:sldId xmlns:r="http://schemas.openxmlformats.org/officeDocument/2006/relationships" id="261" r:id="R23f1ccc6680f404f"/>
    <p:sldId xmlns:r="http://schemas.openxmlformats.org/officeDocument/2006/relationships" id="262" r:id="Ra3a7a5d18cb94392"/>
    <p:sldId xmlns:r="http://schemas.openxmlformats.org/officeDocument/2006/relationships" id="263" r:id="R5f28a5c4c5a14f06"/>
    <p:sldId xmlns:r="http://schemas.openxmlformats.org/officeDocument/2006/relationships" id="264" r:id="Reedcdc464dfb4b7d"/>
    <p:sldId xmlns:r="http://schemas.openxmlformats.org/officeDocument/2006/relationships" id="265" r:id="R110f6054f9fd4f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59d77e5a56e4de0" /><Relationship Type="http://schemas.openxmlformats.org/officeDocument/2006/relationships/slideMaster" Target="/ppt/slideMasters/slideMaster1.xml" Id="Raa99a9cc59cf4177" /><Relationship Type="http://schemas.openxmlformats.org/officeDocument/2006/relationships/slideMaster" Target="/ppt/slideMasters/slideMaster2.xml" Id="Rc78537b4897e4acd" /><Relationship Type="http://schemas.openxmlformats.org/officeDocument/2006/relationships/slideMaster" Target="/ppt/slideMasters/slideMaster3.xml" Id="R54ebbd4f64e9441b" /><Relationship Type="http://schemas.openxmlformats.org/officeDocument/2006/relationships/notesMaster" Target="/ppt/notesMasters/notesMaster1.xml" Id="R82158004d1b74219" /><Relationship Type="http://schemas.openxmlformats.org/officeDocument/2006/relationships/presProps" Target="/ppt/presProps.xml" Id="Rbc7d7c537e4a4d1f" /><Relationship Type="http://schemas.openxmlformats.org/officeDocument/2006/relationships/viewProps" Target="/ppt/viewProps.xml" Id="R33b893afc6aa40a6" /><Relationship Type="http://schemas.openxmlformats.org/officeDocument/2006/relationships/tableStyles" Target="/ppt/tableStyles.xml" Id="Ra398eb8ca43f40d1" /><Relationship Type="http://schemas.openxmlformats.org/officeDocument/2006/relationships/slide" Target="/ppt/slides/slide1.xml" Id="Raaaf28fd27974db2" /><Relationship Type="http://schemas.openxmlformats.org/officeDocument/2006/relationships/slide" Target="/ppt/slides/slide2.xml" Id="R4f122ee25f9a421c" /><Relationship Type="http://schemas.openxmlformats.org/officeDocument/2006/relationships/slide" Target="/ppt/slides/slide3.xml" Id="R2d1106f434a14231" /><Relationship Type="http://schemas.openxmlformats.org/officeDocument/2006/relationships/slide" Target="/ppt/slides/slide4.xml" Id="R282de9c720814b15" /><Relationship Type="http://schemas.openxmlformats.org/officeDocument/2006/relationships/slide" Target="/ppt/slides/slide5.xml" Id="Rafc8fe7b176a49f9" /><Relationship Type="http://schemas.openxmlformats.org/officeDocument/2006/relationships/slide" Target="/ppt/slides/slide6.xml" Id="R23f1ccc6680f404f" /><Relationship Type="http://schemas.openxmlformats.org/officeDocument/2006/relationships/slide" Target="/ppt/slides/slide7.xml" Id="Ra3a7a5d18cb94392" /><Relationship Type="http://schemas.openxmlformats.org/officeDocument/2006/relationships/slide" Target="/ppt/slides/slide8.xml" Id="R5f28a5c4c5a14f06" /><Relationship Type="http://schemas.openxmlformats.org/officeDocument/2006/relationships/slide" Target="/ppt/slides/slide9.xml" Id="Reedcdc464dfb4b7d" /><Relationship Type="http://schemas.openxmlformats.org/officeDocument/2006/relationships/slide" Target="/ppt/slides/slide10.xml" Id="R110f6054f9fd4f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3e165abad91348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1.xml" Id="R183c1de5ab6f4384" /><Relationship Type="http://schemas.openxmlformats.org/officeDocument/2006/relationships/notesMaster" Target="/ppt/notesMasters/notesMaster1.xml" Id="R16b90840329740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4d20248dd34bbc" /><Relationship Type="http://schemas.openxmlformats.org/officeDocument/2006/relationships/notesMaster" Target="/ppt/notesMasters/notesMaster1.xml" Id="Rb2c8ade2b1064f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fd6bbc0f6147ec" /><Relationship Type="http://schemas.openxmlformats.org/officeDocument/2006/relationships/notesMaster" Target="/ppt/notesMasters/notesMaster1.xml" Id="R8cef1c3ba23a4d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d1f82fac284c62" /><Relationship Type="http://schemas.openxmlformats.org/officeDocument/2006/relationships/notesMaster" Target="/ppt/notesMasters/notesMaster1.xml" Id="R132ca52b175e4a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d2d05ce63044da" /><Relationship Type="http://schemas.openxmlformats.org/officeDocument/2006/relationships/notesMaster" Target="/ppt/notesMasters/notesMaster1.xml" Id="R20df3f9289434d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075db3f92d46d2" /><Relationship Type="http://schemas.openxmlformats.org/officeDocument/2006/relationships/notesMaster" Target="/ppt/notesMasters/notesMaster1.xml" Id="Radc51e9bf9de47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f2a0a99e6747d9" /><Relationship Type="http://schemas.openxmlformats.org/officeDocument/2006/relationships/notesMaster" Target="/ppt/notesMasters/notesMaster1.xml" Id="Rf0772eb2b8cf47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f710fada2048ac" /><Relationship Type="http://schemas.openxmlformats.org/officeDocument/2006/relationships/notesMaster" Target="/ppt/notesMasters/notesMaster1.xml" Id="R0282499670014b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8a73e08adf41fa" /><Relationship Type="http://schemas.openxmlformats.org/officeDocument/2006/relationships/notesMaster" Target="/ppt/notesMasters/notesMaster1.xml" Id="Reb7997a88ad043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fd25edc3654107" /><Relationship Type="http://schemas.openxmlformats.org/officeDocument/2006/relationships/notesMaster" Target="/ppt/notesMasters/notesMaster1.xml" Id="R67556d7848f442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p>
          <a:p xmlns:a="http://schemas.openxmlformats.org/drawingml/2006/main">
            <a:r>
              <a:t>Remplacez le titre, le sous-titre et les métadonnées. Gardez le titre court ; utilisez le sous-titre pour les précisions.</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endParaRPr/>
          </a:p>
          <a:p xmlns:a="http://schemas.openxmlformats.org/drawingml/2006/main">
            <a:r>
              <a:t>Présentez trois objectifs observables : identifier, appliquer, produire… Adaptez-les à la séance.</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p>
          <a:p xmlns:a="http://schemas.openxmlformats.org/drawingml/2006/main">
            <a:r>
              <a:t>Dupliquez cette diapositive pour ouvrir chaque grande partie. Remplacez le numéro et la question directrice.</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p>
          <a:p xmlns:a="http://schemas.openxmlformats.org/drawingml/2006/main">
            <a:r>
              <a:t>Une idée par diapositive. Trois points courts suffisent ; développez votre explication oralement ou dans ces notes.</a:t>
            </a:r>
          </a:p>
          <a:p xmlns:a="http://schemas.openxmlformats.org/drawingml/2006/main">
            <a:r>
              <a:t/>
            </a:r>
            <a:endParaRP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endParaRP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endParaRPr/>
          </a:p>
          <a:p xmlns:a="http://schemas.openxmlformats.org/drawingml/2006/main">
            <a:r>
              <a:t>Présentez une séquence d’actions. Dupliquez la diapositive si la méthode exige davantage d’étapes.</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p>
          <a:p xmlns:a="http://schemas.openxmlformats.org/drawingml/2006/main">
            <a:r>
              <a:t>Utilisez le cadre central pour une image, un tableau ou un graphique via les icônes de l’espace réservé. Ajoutez une légende courte et la source dans les notes. Pour une image existante : clic droit &gt; Changer l’image. Préservez les proportions.</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endParaRPr/>
          </a:p>
          <a:p xmlns:a="http://schemas.openxmlformats.org/drawingml/2006/main">
            <a:r>
              <a:t>Gardez un extrait court. Le texte est éditable, sans coloration syntaxique. Conservez les indentations ; expliquez le résultat dans les notes.</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p>
          <a:p xmlns:a="http://schemas.openxmlformats.org/drawingml/2006/main">
            <a:r>
              <a:t>Renseignez le contexte, la consigne, le livrable et les modalités. Placez le corrigé dans une version enseignant séparée, pas dans les notes du fichier distribué.</a:t>
            </a:r>
          </a:p>
          <a:p xmlns:a="http://schemas.openxmlformats.org/drawingml/2006/main">
            <a:r>
              <a:t/>
            </a:r>
            <a:endParaRP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endParaRP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endParaRPr/>
          </a:p>
          <a:p xmlns:a="http://schemas.openxmlformats.org/drawingml/2006/main">
            <a:r>
              <a:t>Concluez avec les idées essentielles et une application concrète ou la prochaine étape.</a:t>
            </a:r>
          </a:p>
          <a:p xmlns:a="http://schemas.openxmlformats.org/drawingml/2006/main">
            <a:r>
              <a:t/>
            </a: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D’EMPLOI — ENSEIGNANT</a:t>
            </a:r>
          </a:p>
          <a:p xmlns:a="http://schemas.openxmlformats.org/drawingml/2006/main">
            <a:r>
              <a:t>Indiquez auteur, titre, date ou version et URL. Remplacez ces exemples par les sources réellement utilisées.</a:t>
            </a:r>
          </a:p>
          <a:p xmlns:a="http://schemas.openxmlformats.org/drawingml/2006/main">
            <a:r>
              <a:t/>
            </a:r>
            <a:endParaRPr/>
          </a:p>
          <a:p xmlns:a="http://schemas.openxmlformats.org/drawingml/2006/main">
            <a:r>
              <a:t>Dupliquez cette diapositive ou utilisez Accueil &gt; Nouvelle diapositive &gt; une disposition 3iL. Remplacez tous les textes entre crochets. Collez en conservant le thème de destination.</a:t>
            </a:r>
          </a:p>
          <a:p xmlns:a="http://schemas.openxmlformats.org/drawingml/2006/main">
            <a:r>
              <a:t/>
            </a:r>
            <a:endParaRPr/>
          </a:p>
          <a:p xmlns:a="http://schemas.openxmlformats.org/drawingml/2006/main">
            <a:r>
              <a:t>[Sources]</a:t>
            </a:r>
          </a:p>
          <a:p xmlns:a="http://schemas.openxmlformats.org/drawingml/2006/main">
            <a:r>
              <a:t>Charte et logos officiels 3iL fournis ; dispositions reprises du support de cours UML validé.</a:t>
            </a:r>
          </a:p>
          <a:p xmlns:a="http://schemas.openxmlformats.org/drawingml/2006/main">
            <a:r>
              <a:t>[Ajoutez ici les références du contenu inséré.]</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2000f6d89d41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1e0031fc698e4e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6dc90de956947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872093b19c4d4d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f933abf8887641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2ae9a5ccd4824e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3iL — Cours">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xfrm xmlns:a="http://schemas.openxmlformats.org/drawingml/2006/main">
            <a:off x="609600" y="2095500"/>
            <a:ext cx="10972800" cy="3429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pPr>
            <a:endParaRPr/>
          </a:p>
        </p:txBody>
      </p:sp>
      <p:sp>
        <p:nvSpPr>
          <p:cNvPr id="100" name="3iL title">
            <a:extLst xmlns:a="http://schemas.openxmlformats.org/drawingml/2006/main">
              <a:ext uri="{FF2B5EF4-FFF2-40B4-BE49-F238E27FC236}">
                <a16:creationId xmlns:a16="http://schemas.microsoft.com/office/drawing/2014/main" id="{B25D99D3-3398-4274-8904-7F3FC0F5F76C}"/>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[Titre]</a:t>
            </a:r>
          </a:p>
        </p:txBody>
      </p:sp>
    </p:spTree>
  </p:cSld>
</p:sldLayout>
</file>

<file path=ppt/slideLayouts/slideLayout3.xml><?xml version="1.0" encoding="utf-8"?>
<p:sldLayout xmlns:p="http://schemas.openxmlformats.org/presentationml/2006/main">
  <p:cSld name="3iL — Illustration">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Titre</a:t>
            </a:r>
          </a:p>
        </p:txBody>
      </p:sp>
      <p:sp>
        <p:nvSpPr>
          <p:cNvPr id="103" name="3iL content">
            <a:extLst xmlns:a="http://schemas.openxmlformats.org/drawingml/2006/main">
              <a:ext uri="{FF2B5EF4-FFF2-40B4-BE49-F238E27FC236}">
                <a16:creationId xmlns:a16="http://schemas.microsoft.com/office/drawing/2014/main" id="{F2A9C76B-ACDA-48B4-A470-28A9F26A4C65}"/>
              </a:ext>
            </a:extLst>
          </p:cNvPr>
          <p:cNvSpPr>
            <a:spLocks xmlns:a="http://schemas.openxmlformats.org/drawingml/2006/main" noGrp="1"/>
          </p:cNvSpPr>
          <p:nvPr>
            <p:ph idx="3"/>
          </p:nvPr>
        </p:nvSpPr>
        <p:spPr>
          <a:xfrm xmlns:a="http://schemas.openxmlformats.org/drawingml/2006/main">
            <a:off x="609600" y="2095500"/>
            <a:ext cx="10972800" cy="3810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2"/>
                </a:solidFill>
                <a:latin typeface="Arial"/>
                <a:ea typeface="Arial"/>
                <a:cs typeface="Arial"/>
              </a:defRPr>
            </a:pPr>
            <a:r>
              <a:rPr sz="2100" b="0">
                <a:solidFill>
                  <a:schemeClr val="tx2"/>
                </a:solidFill>
                <a:latin typeface="Arial"/>
                <a:ea typeface="Arial"/>
                <a:cs typeface="Arial"/>
              </a:rPr>
              <a:t>[Image, tableau ou graphique]</a:t>
            </a:r>
          </a:p>
          <a:p xmlns:a="http://schemas.openxmlformats.org/drawingml/2006/main">
            <a:pPr marL="0" indent="0">
              <a:buNone/>
            </a:pPr>
            <a:r>
              <a:t/>
            </a:r>
          </a:p>
          <a:p xmlns:a="http://schemas.openxmlformats.org/drawingml/2006/main">
            <a:pPr marL="0" indent="0">
              <a:buNone/>
              <a:defRPr sz="2100" b="0">
                <a:solidFill>
                  <a:schemeClr val="tx2"/>
                </a:solidFill>
                <a:latin typeface="Arial"/>
                <a:ea typeface="Arial"/>
                <a:cs typeface="Arial"/>
              </a:defRPr>
            </a:pPr>
            <a:r>
              <a:rPr sz="2100" b="0">
                <a:solidFill>
                  <a:schemeClr val="tx2"/>
                </a:solidFill>
                <a:latin typeface="Arial"/>
                <a:ea typeface="Arial"/>
                <a:cs typeface="Arial"/>
              </a:rPr>
              <a:t>[Légende courte et source]</a:t>
            </a:r>
          </a:p>
        </p:txBody>
      </p:sp>
    </p:spTree>
  </p:cSld>
</p:sldLayout>
</file>

<file path=ppt/slideLayouts/slideLayout4.xml><?xml version="1.0" encoding="utf-8"?>
<p:sldLayout xmlns:p="http://schemas.openxmlformats.org/presentationml/2006/main">
  <p:cSld name="3iL — Exercice">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xfrm xmlns:a="http://schemas.openxmlformats.org/drawingml/2006/main">
            <a:off x="609600" y="2095500"/>
            <a:ext cx="10972800" cy="3429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pPr>
            <a:endParaRPr/>
          </a:p>
        </p:txBody>
      </p:sp>
      <p:sp>
        <p:nvSpPr>
          <p:cNvPr id="100" name="3iL title">
            <a:extLst xmlns:a="http://schemas.openxmlformats.org/drawingml/2006/main">
              <a:ext uri="{FF2B5EF4-FFF2-40B4-BE49-F238E27FC236}">
                <a16:creationId xmlns:a16="http://schemas.microsoft.com/office/drawing/2014/main" id="{9F33B508-37EE-4913-8B17-A5CB3774CA05}"/>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[Titre]</a:t>
            </a:r>
          </a:p>
        </p:txBody>
      </p:sp>
    </p:spTree>
  </p:cSld>
</p:sldLayout>
</file>

<file path=ppt/slideLayouts/slideLayout5.xml><?xml version="1.0" encoding="utf-8"?>
<p:sldLayout xmlns:p="http://schemas.openxmlformats.org/presentationml/2006/main">
  <p:cSld name="3iL — Code">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xfrm xmlns:a="http://schemas.openxmlformats.org/drawingml/2006/main">
            <a:off x="609600" y="2047875"/>
            <a:ext cx="10972800" cy="3762375"/>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pPr>
            <a:endParaRPr/>
          </a:p>
        </p:txBody>
      </p:sp>
      <p:sp>
        <p:nvSpPr>
          <p:cNvPr id="100" name="3iL title">
            <a:extLst xmlns:a="http://schemas.openxmlformats.org/drawingml/2006/main">
              <a:ext uri="{FF2B5EF4-FFF2-40B4-BE49-F238E27FC236}">
                <a16:creationId xmlns:a16="http://schemas.microsoft.com/office/drawing/2014/main" id="{0B66AF03-7D73-4C92-9224-B6D334C52DDE}"/>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[Titre]</a:t>
            </a:r>
          </a:p>
        </p:txBody>
      </p:sp>
    </p:spTree>
  </p:cSld>
</p:sldLayout>
</file>

<file path=ppt/slideLayouts/slideLayout6.xml><?xml version="1.0" encoding="utf-8"?>
<p:sldLayout xmlns:p="http://schemas.openxmlformats.org/presentationml/2006/main">
  <p:cSld name="3iL — Couverture">
    <p:spTree>
      <p:nvGrpSpPr>
        <p:cNvPr id="1" name=""/>
        <p:cNvGrpSpPr/>
        <p:nvPr/>
      </p:nvGrpSpPr>
      <p:grpSpPr>
        <a:xfrm xmlns:a="http://schemas.openxmlformats.org/drawingml/2006/main"/>
      </p:grpSpPr>
      <p:sp>
        <p:nvSpPr>
          <p:cNvPr id="100" name="3iL title">
            <a:extLst xmlns:a="http://schemas.openxmlformats.org/drawingml/2006/main">
              <a:ext uri="{FF2B5EF4-FFF2-40B4-BE49-F238E27FC236}">
                <a16:creationId xmlns:a16="http://schemas.microsoft.com/office/drawing/2014/main" id="{C01CD1D5-3894-4587-BA4A-0A8A02C21691}"/>
              </a:ext>
            </a:extLst>
          </p:cNvPr>
          <p:cNvSpPr>
            <a:spLocks xmlns:a="http://schemas.openxmlformats.org/drawingml/2006/main" noGrp="1"/>
          </p:cNvSpPr>
          <p:nvPr>
            <p:ph type="title" idx="0"/>
          </p:nvPr>
        </p:nvSpPr>
        <p:spPr>
          <a:xfrm xmlns:a="http://schemas.openxmlformats.org/drawingml/2006/main">
            <a:off x="609600" y="2162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6750" b="1">
                <a:solidFill>
                  <a:schemeClr val="lt1"/>
                </a:solidFill>
                <a:latin typeface="Arial"/>
                <a:ea typeface="Arial"/>
                <a:cs typeface="Arial"/>
              </a:defRPr>
            </a:pPr>
            <a:r>
              <a:rPr sz="6750" b="1">
                <a:solidFill>
                  <a:schemeClr val="lt1"/>
                </a:solidFill>
                <a:latin typeface="Arial"/>
                <a:ea typeface="Arial"/>
                <a:cs typeface="Arial"/>
              </a:rPr>
              <a:t>[Titre du cours]</a:t>
            </a:r>
          </a:p>
        </p:txBody>
      </p:sp>
      <p:sp>
        <p:nvSpPr>
          <p:cNvPr id="101" name="3iL subTitle">
            <a:extLst xmlns:a="http://schemas.openxmlformats.org/drawingml/2006/main">
              <a:ext uri="{FF2B5EF4-FFF2-40B4-BE49-F238E27FC236}">
                <a16:creationId xmlns:a16="http://schemas.microsoft.com/office/drawing/2014/main" id="{29F7B214-1F5C-4649-A59C-FC1AA402CD8B}"/>
              </a:ext>
            </a:extLst>
          </p:cNvPr>
          <p:cNvSpPr>
            <a:spLocks xmlns:a="http://schemas.openxmlformats.org/drawingml/2006/main" noGrp="1"/>
          </p:cNvSpPr>
          <p:nvPr>
            <p:ph type="subTitle" idx="1"/>
          </p:nvPr>
        </p:nvSpPr>
        <p:spPr>
          <a:xfrm xmlns:a="http://schemas.openxmlformats.org/drawingml/2006/main">
            <a:off x="609600" y="3381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600" b="0">
                <a:solidFill>
                  <a:schemeClr val="lt1"/>
                </a:solidFill>
                <a:latin typeface="Arial"/>
                <a:ea typeface="Arial"/>
                <a:cs typeface="Arial"/>
              </a:defRPr>
            </a:pPr>
            <a:r>
              <a:rPr sz="3600" b="0">
                <a:solidFill>
                  <a:schemeClr val="lt1"/>
                </a:solidFill>
                <a:latin typeface="Arial"/>
                <a:ea typeface="Arial"/>
                <a:cs typeface="Arial"/>
              </a:rPr>
              <a:t>[Compétence ou sous-titre]</a:t>
            </a:r>
          </a:p>
        </p:txBody>
      </p:sp>
      <p:sp>
        <p:nvSpPr>
          <p:cNvPr id="102" name="3iL body">
            <a:extLst xmlns:a="http://schemas.openxmlformats.org/drawingml/2006/main">
              <a:ext uri="{FF2B5EF4-FFF2-40B4-BE49-F238E27FC236}">
                <a16:creationId xmlns:a16="http://schemas.microsoft.com/office/drawing/2014/main" id="{8A8B3333-D885-4DD6-8A86-074416A291F3}"/>
              </a:ext>
            </a:extLst>
          </p:cNvPr>
          <p:cNvSpPr>
            <a:spLocks xmlns:a="http://schemas.openxmlformats.org/drawingml/2006/main" noGrp="1"/>
          </p:cNvSpPr>
          <p:nvPr>
            <p:ph type="body" idx="2"/>
          </p:nvPr>
        </p:nvSpPr>
        <p:spPr>
          <a:xfrm xmlns:a="http://schemas.openxmlformats.org/drawingml/2006/main">
            <a:off x="6096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1950" b="0">
                <a:solidFill>
                  <a:schemeClr val="lt1"/>
                </a:solidFill>
                <a:latin typeface="Arial"/>
                <a:ea typeface="Arial"/>
                <a:cs typeface="Arial"/>
              </a:defRPr>
            </a:pPr>
            <a:r>
              <a:rPr sz="1950" b="0">
                <a:solidFill>
                  <a:schemeClr val="lt1"/>
                </a:solidFill>
                <a:latin typeface="Arial"/>
                <a:ea typeface="Arial"/>
                <a:cs typeface="Arial"/>
              </a:rPr>
              <a:t>[Enseignant] · [Formation] · [Année]</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863ca6c6564885" /><Relationship Type="http://schemas.openxmlformats.org/officeDocument/2006/relationships/slideLayout" Target="/ppt/slideLayouts/slideLayout1.xml" Id="R22164b67ffe34429" /></Relationships>
</file>

<file path=ppt/slideMasters/_rels/slideMaster2.xml.rels>&#65279;<?xml version="1.0" encoding="utf-8"?><Relationships xmlns="http://schemas.openxmlformats.org/package/2006/relationships"><Relationship Type="http://schemas.openxmlformats.org/officeDocument/2006/relationships/image" Target="/ppt/media/image.png" Id="R8125e6202cf44838" /><Relationship Type="http://schemas.openxmlformats.org/officeDocument/2006/relationships/theme" Target="/ppt/slideMasters/theme/theme3.xml" Id="R7f3f578ca87640bb" /><Relationship Type="http://schemas.openxmlformats.org/officeDocument/2006/relationships/slideLayout" Target="/ppt/slideLayouts/slideLayout2.xml" Id="R94ced43eafe84cc2" /><Relationship Type="http://schemas.openxmlformats.org/officeDocument/2006/relationships/slideLayout" Target="/ppt/slideLayouts/slideLayout3.xml" Id="R5fdc49f04c634ee5" /><Relationship Type="http://schemas.openxmlformats.org/officeDocument/2006/relationships/slideLayout" Target="/ppt/slideLayouts/slideLayout4.xml" Id="R068f4050c5714628" /><Relationship Type="http://schemas.openxmlformats.org/officeDocument/2006/relationships/slideLayout" Target="/ppt/slideLayouts/slideLayout5.xml" Id="R96b14e226c404045" /></Relationships>
</file>

<file path=ppt/slideMasters/_rels/slideMaster3.xml.rels>&#65279;<?xml version="1.0" encoding="utf-8"?><Relationships xmlns="http://schemas.openxmlformats.org/package/2006/relationships"><Relationship Type="http://schemas.openxmlformats.org/officeDocument/2006/relationships/image" Target="/ppt/media/image2.png" Id="R8c35a069480e41c8" /><Relationship Type="http://schemas.openxmlformats.org/officeDocument/2006/relationships/theme" Target="/ppt/slideMasters/theme/theme4.xml" Id="R418d7e3bd7c945fe" /><Relationship Type="http://schemas.openxmlformats.org/officeDocument/2006/relationships/slideLayout" Target="/ppt/slideLayouts/slideLayout6.xml" Id="R703decb19ce24e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164b67ffe344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3iL — Fondations">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3iL PROGRAMMES EXPERTS">
            <a:extLst xmlns:a="http://schemas.openxmlformats.org/drawingml/2006/main">
              <a:ext uri="{FF2B5EF4-FFF2-40B4-BE49-F238E27FC236}">
                <a16:creationId xmlns:a16="http://schemas.microsoft.com/office/drawing/2014/main" id="{A4226D00-3FC1-46FD-BB37-BD3D1DF8774E}"/>
              </a:ext>
            </a:extLst>
          </p:cNvPr>
          <p:cNvSpPr>
            <a:spLocks xmlns:a="http://schemas.openxmlformats.org/drawingml/2006/main" noGrp="1"/>
          </p:cNvSpPr>
          <p:nvPr/>
        </p:nvSpPr>
        <p:spPr>
          <a:xfrm xmlns:a="http://schemas.openxmlformats.org/drawingml/2006/main">
            <a:off x="609600" y="640080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200" b="0">
                <a:solidFill>
                  <a:schemeClr val="tx2"/>
                </a:solidFill>
                <a:latin typeface="Arial"/>
                <a:ea typeface="Arial"/>
                <a:cs typeface="Arial"/>
              </a:defRPr>
            </a:pPr>
            <a:r>
              <a:rPr sz="1200" b="0">
                <a:solidFill>
                  <a:schemeClr val="tx2"/>
                </a:solidFill>
                <a:latin typeface="Arial"/>
                <a:ea typeface="Arial"/>
                <a:cs typeface="Arial"/>
              </a:rPr>
              <a:t>3iL PROGRAMMES EXPERTS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125e6202cf44838"/>
          <a:stretch xmlns:a="http://schemas.openxmlformats.org/drawingml/2006/main"/>
        </p:blipFill>
        <p:spPr>
          <a:xfrm xmlns:a="http://schemas.openxmlformats.org/drawingml/2006/main">
            <a:off x="9440228" y="133356"/>
            <a:ext cx="2141125" cy="609588"/>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94ced43eafe84cc2"/>
    <p:sldLayoutId xmlns:r="http://schemas.openxmlformats.org/officeDocument/2006/relationships" id="2147483652" r:id="R5fdc49f04c634ee5"/>
    <p:sldLayoutId xmlns:r="http://schemas.openxmlformats.org/officeDocument/2006/relationships" id="2147483653" r:id="R068f4050c5714628"/>
    <p:sldLayoutId xmlns:r="http://schemas.openxmlformats.org/officeDocument/2006/relationships" id="2147483654" r:id="R96b14e226c404045"/>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name="3iL — Ouvertur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2" name="Image 1"/>
          <p:cNvPicPr>
            <a:picLocks xmlns:a="http://schemas.openxmlformats.org/drawingml/2006/main" noChangeAspect="1"/>
          </p:cNvPicPr>
          <p:nvPr/>
        </p:nvPicPr>
        <p:blipFill>
          <a:blip xmlns:r="http://schemas.openxmlformats.org/officeDocument/2006/relationships" xmlns:a="http://schemas.openxmlformats.org/drawingml/2006/main" r:embed="R8c35a069480e41c8"/>
          <a:stretch xmlns:a="http://schemas.openxmlformats.org/drawingml/2006/main"/>
        </p:blipFill>
        <p:spPr>
          <a:xfrm xmlns:a="http://schemas.openxmlformats.org/drawingml/2006/main">
            <a:off x="571500" y="287770"/>
            <a:ext cx="4000500" cy="113896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703decb19ce24e3e"/>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slideMasters/theme/theme3.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slideMasters/theme/theme4.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b87535a4d34720" /><Relationship Type="http://schemas.openxmlformats.org/officeDocument/2006/relationships/notesSlide" Target="/ppt/notesSlides/notesSlide1.xml" Id="Rce7f1212f4b542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b902695755c48cd" /><Relationship Type="http://schemas.openxmlformats.org/officeDocument/2006/relationships/notesSlide" Target="/ppt/notesSlides/notesSlide2.xml" Id="R2b0e46f5b3e842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1c579c10d4472f" /><Relationship Type="http://schemas.openxmlformats.org/officeDocument/2006/relationships/notesSlide" Target="/ppt/notesSlides/notesSlide3.xml" Id="R29e5f5e318b145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e4c4abfacd74e87" /><Relationship Type="http://schemas.openxmlformats.org/officeDocument/2006/relationships/notesSlide" Target="/ppt/notesSlides/notesSlide4.xml" Id="Rf2c87661d86743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9505e9182e44563" /><Relationship Type="http://schemas.openxmlformats.org/officeDocument/2006/relationships/notesSlide" Target="/ppt/notesSlides/notesSlide5.xml" Id="R116f1fbfb5f54d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3b1280f4df9e4e06" /><Relationship Type="http://schemas.openxmlformats.org/officeDocument/2006/relationships/notesSlide" Target="/ppt/notesSlides/notesSlide6.xml" Id="Ra510a141ab614d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289839e522284bbd" /><Relationship Type="http://schemas.openxmlformats.org/officeDocument/2006/relationships/notesSlide" Target="/ppt/notesSlides/notesSlide7.xml" Id="R0be3ae028ea544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06edfe26c32e4f3b" /><Relationship Type="http://schemas.openxmlformats.org/officeDocument/2006/relationships/notesSlide" Target="/ppt/notesSlides/notesSlide8.xml" Id="R11462c36102a48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af0904e7bc24265" /><Relationship Type="http://schemas.openxmlformats.org/officeDocument/2006/relationships/notesSlide" Target="/ppt/notesSlides/notesSlide9.xml" Id="Rb93ef7216e864d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0cf2383f64f40e8" /><Relationship Type="http://schemas.openxmlformats.org/officeDocument/2006/relationships/notesSlide" Target="/ppt/notesSlides/notesSlide10.xml" Id="Rd35ecdf1e95a4fe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617F03F0-0A40-4002-8DDA-EDB70C460EA9}"/>
              </a:ext>
            </a:extLst>
          </p:cNvPr>
          <p:cNvSpPr>
            <a:spLocks xmlns:a="http://schemas.openxmlformats.org/drawingml/2006/main" noGrp="1"/>
          </p:cNvSpPr>
          <p:nvPr>
            <p:ph type="title" idx="0"/>
          </p:nvPr>
        </p:nvSpPr>
        <p:spPr>
          <a:xfrm xmlns:a="http://schemas.openxmlformats.org/drawingml/2006/main">
            <a:off x="609600" y="2162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6750" b="1">
                <a:solidFill>
                  <a:schemeClr val="lt1"/>
                </a:solidFill>
                <a:latin typeface="Arial"/>
                <a:ea typeface="Arial"/>
                <a:cs typeface="Arial"/>
              </a:defRPr>
            </a:pPr>
            <a:r>
              <a:rPr sz="6750" b="1">
                <a:solidFill>
                  <a:schemeClr val="lt1"/>
                </a:solidFill>
                <a:latin typeface="Arial"/>
                <a:ea typeface="Arial"/>
                <a:cs typeface="Arial"/>
              </a:rPr>
              <a:t>[Titre du cours]</a:t>
            </a:r>
          </a:p>
        </p:txBody>
      </p:sp>
      <p:sp>
        <p:nvSpPr>
          <p:cNvPr id="2" name="cover-subtitle">
            <a:extLst xmlns:a="http://schemas.openxmlformats.org/drawingml/2006/main">
              <a:ext uri="{FF2B5EF4-FFF2-40B4-BE49-F238E27FC236}">
                <a16:creationId xmlns:a16="http://schemas.microsoft.com/office/drawing/2014/main" id="{FEDB3EFC-FCFA-4056-B7EE-CFA848FBFF43}"/>
              </a:ext>
            </a:extLst>
          </p:cNvPr>
          <p:cNvSpPr>
            <a:spLocks xmlns:a="http://schemas.openxmlformats.org/drawingml/2006/main" noGrp="1"/>
          </p:cNvSpPr>
          <p:nvPr>
            <p:ph type="subTitle" idx="1"/>
          </p:nvPr>
        </p:nvSpPr>
        <p:spPr>
          <a:xfrm xmlns:a="http://schemas.openxmlformats.org/drawingml/2006/main">
            <a:off x="609600" y="3381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600" b="0">
                <a:solidFill>
                  <a:schemeClr val="lt1"/>
                </a:solidFill>
                <a:latin typeface="Arial"/>
                <a:ea typeface="Arial"/>
                <a:cs typeface="Arial"/>
              </a:defRPr>
            </a:pPr>
            <a:r>
              <a:rPr sz="3600" b="0">
                <a:solidFill>
                  <a:schemeClr val="lt1"/>
                </a:solidFill>
                <a:latin typeface="Arial"/>
                <a:ea typeface="Arial"/>
                <a:cs typeface="Arial"/>
              </a:rPr>
              <a:t>[Compétence ou sous-titre]</a:t>
            </a:r>
          </a:p>
        </p:txBody>
      </p:sp>
      <p:sp>
        <p:nvSpPr>
          <p:cNvPr id="3" name="cover-meta">
            <a:extLst xmlns:a="http://schemas.openxmlformats.org/drawingml/2006/main">
              <a:ext uri="{FF2B5EF4-FFF2-40B4-BE49-F238E27FC236}">
                <a16:creationId xmlns:a16="http://schemas.microsoft.com/office/drawing/2014/main" id="{97D96749-44A5-4036-BD8E-9EEBA595DBC8}"/>
              </a:ext>
            </a:extLst>
          </p:cNvPr>
          <p:cNvSpPr>
            <a:spLocks xmlns:a="http://schemas.openxmlformats.org/drawingml/2006/main" noGrp="1"/>
          </p:cNvSpPr>
          <p:nvPr>
            <p:ph type="body" idx="2"/>
          </p:nvPr>
        </p:nvSpPr>
        <p:spPr>
          <a:xfrm xmlns:a="http://schemas.openxmlformats.org/drawingml/2006/main">
            <a:off x="6096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1950" b="0">
                <a:solidFill>
                  <a:schemeClr val="lt1"/>
                </a:solidFill>
                <a:latin typeface="Arial"/>
                <a:ea typeface="Arial"/>
                <a:cs typeface="Arial"/>
              </a:defRPr>
            </a:pPr>
            <a:r>
              <a:rPr sz="1950" b="0">
                <a:solidFill>
                  <a:schemeClr val="lt1"/>
                </a:solidFill>
                <a:latin typeface="Arial"/>
                <a:ea typeface="Arial"/>
                <a:cs typeface="Arial"/>
              </a:rPr>
              <a:t>[Enseignant] · [Formation] · [Année]</a:t>
            </a:r>
          </a:p>
        </p:txBody>
      </p:sp>
    </p:spTree>
    <p:extLst>
      <p:ext uri="{BB962C8B-B14F-4D97-AF65-F5344CB8AC3E}">
        <p14:creationId xmlns:p14="http://schemas.microsoft.com/office/powerpoint/2010/main" val="13482150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Objectifs de la séance</a:t>
            </a:r>
          </a:p>
        </p:txBody>
      </p:sp>
      <p:sp>
        <p:nvSpPr>
          <p:cNvPr id="2" name="body">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[Identifier ou expliquer une notion.]</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[Appliquer une méthode.]</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[Produire et justifier un résultat.]</a:t>
            </a:r>
          </a:p>
        </p:txBody>
      </p:sp>
      <p:sp>
        <p:nvSpPr>
          <p:cNvPr id="4" name="eyebrow">
            <a:extLst xmlns:a="http://schemas.openxmlformats.org/drawingml/2006/main">
              <a:ext uri="{FF2B5EF4-FFF2-40B4-BE49-F238E27FC236}">
                <a16:creationId xmlns:a16="http://schemas.microsoft.com/office/drawing/2014/main" id="{FEB8F5CE-B110-4701-948D-49367F1EBB33}"/>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OUVERTURE</a:t>
            </a:r>
          </a:p>
        </p:txBody>
      </p:sp>
    </p:spTree>
    <p:extLst>
      <p:ext uri="{BB962C8B-B14F-4D97-AF65-F5344CB8AC3E}">
        <p14:creationId xmlns:p14="http://schemas.microsoft.com/office/powerpoint/2010/main" val="13853468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617F03F0-0A40-4002-8DDA-EDB70C460EA9}"/>
              </a:ext>
            </a:extLst>
          </p:cNvPr>
          <p:cNvSpPr>
            <a:spLocks xmlns:a="http://schemas.openxmlformats.org/drawingml/2006/main" noGrp="1"/>
          </p:cNvSpPr>
          <p:nvPr>
            <p:ph type="title" idx="0"/>
          </p:nvPr>
        </p:nvSpPr>
        <p:spPr>
          <a:xfrm xmlns:a="http://schemas.openxmlformats.org/drawingml/2006/main">
            <a:off x="609600" y="21621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6750" b="1">
                <a:solidFill>
                  <a:schemeClr val="lt1"/>
                </a:solidFill>
                <a:latin typeface="Arial"/>
                <a:ea typeface="Arial"/>
                <a:cs typeface="Arial"/>
              </a:defRPr>
            </a:pPr>
            <a:r>
              <a:rPr sz="6750" b="1">
                <a:solidFill>
                  <a:schemeClr val="lt1"/>
                </a:solidFill>
                <a:latin typeface="Arial"/>
                <a:ea typeface="Arial"/>
                <a:cs typeface="Arial"/>
              </a:rPr>
              <a:t>[01]</a:t>
            </a:r>
          </a:p>
        </p:txBody>
      </p:sp>
      <p:sp>
        <p:nvSpPr>
          <p:cNvPr id="2" name="cover-subtitle">
            <a:extLst xmlns:a="http://schemas.openxmlformats.org/drawingml/2006/main">
              <a:ext uri="{FF2B5EF4-FFF2-40B4-BE49-F238E27FC236}">
                <a16:creationId xmlns:a16="http://schemas.microsoft.com/office/drawing/2014/main" id="{FEDB3EFC-FCFA-4056-B7EE-CFA848FBFF43}"/>
              </a:ext>
            </a:extLst>
          </p:cNvPr>
          <p:cNvSpPr>
            <a:spLocks xmlns:a="http://schemas.openxmlformats.org/drawingml/2006/main" noGrp="1"/>
          </p:cNvSpPr>
          <p:nvPr>
            <p:ph type="subTitle" idx="1"/>
          </p:nvPr>
        </p:nvSpPr>
        <p:spPr>
          <a:xfrm xmlns:a="http://schemas.openxmlformats.org/drawingml/2006/main">
            <a:off x="609600" y="338137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600" b="0">
                <a:solidFill>
                  <a:schemeClr val="lt1"/>
                </a:solidFill>
                <a:latin typeface="Arial"/>
                <a:ea typeface="Arial"/>
                <a:cs typeface="Arial"/>
              </a:defRPr>
            </a:pPr>
            <a:r>
              <a:rPr sz="3600" b="0">
                <a:solidFill>
                  <a:schemeClr val="lt1"/>
                </a:solidFill>
                <a:latin typeface="Arial"/>
                <a:ea typeface="Arial"/>
                <a:cs typeface="Arial"/>
              </a:rPr>
              <a:t>[Titre du chapitre]</a:t>
            </a:r>
          </a:p>
        </p:txBody>
      </p:sp>
      <p:sp>
        <p:nvSpPr>
          <p:cNvPr id="3" name="cover-meta">
            <a:extLst xmlns:a="http://schemas.openxmlformats.org/drawingml/2006/main">
              <a:ext uri="{FF2B5EF4-FFF2-40B4-BE49-F238E27FC236}">
                <a16:creationId xmlns:a16="http://schemas.microsoft.com/office/drawing/2014/main" id="{97D96749-44A5-4036-BD8E-9EEBA595DBC8}"/>
              </a:ext>
            </a:extLst>
          </p:cNvPr>
          <p:cNvSpPr>
            <a:spLocks xmlns:a="http://schemas.openxmlformats.org/drawingml/2006/main" noGrp="1"/>
          </p:cNvSpPr>
          <p:nvPr>
            <p:ph type="body" idx="2"/>
          </p:nvPr>
        </p:nvSpPr>
        <p:spPr>
          <a:xfrm xmlns:a="http://schemas.openxmlformats.org/drawingml/2006/main">
            <a:off x="609600" y="5686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1950" b="0">
                <a:solidFill>
                  <a:schemeClr val="lt1"/>
                </a:solidFill>
                <a:latin typeface="Arial"/>
                <a:ea typeface="Arial"/>
                <a:cs typeface="Arial"/>
              </a:defRPr>
            </a:pPr>
            <a:r>
              <a:rPr sz="1950" b="0">
                <a:solidFill>
                  <a:schemeClr val="lt1"/>
                </a:solidFill>
                <a:latin typeface="Arial"/>
                <a:ea typeface="Arial"/>
                <a:cs typeface="Arial"/>
              </a:rPr>
              <a:t>[Question ou objectif du chapitre]</a:t>
            </a:r>
          </a:p>
        </p:txBody>
      </p:sp>
    </p:spTree>
    <p:extLst>
      <p:ext uri="{BB962C8B-B14F-4D97-AF65-F5344CB8AC3E}">
        <p14:creationId xmlns:p14="http://schemas.microsoft.com/office/powerpoint/2010/main" val="134821509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[Une idée essentielle]</a:t>
            </a:r>
          </a:p>
        </p:txBody>
      </p:sp>
      <p:sp>
        <p:nvSpPr>
          <p:cNvPr id="2" name="body">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[Présentez la notion en une phrase.]</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[Ajoutez une explication courte.]</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[Donnez un exemple concret.]</a:t>
            </a:r>
          </a:p>
        </p:txBody>
      </p:sp>
      <p:sp>
        <p:nvSpPr>
          <p:cNvPr id="4" name="eyebrow">
            <a:extLst xmlns:a="http://schemas.openxmlformats.org/drawingml/2006/main">
              <a:ext uri="{FF2B5EF4-FFF2-40B4-BE49-F238E27FC236}">
                <a16:creationId xmlns:a16="http://schemas.microsoft.com/office/drawing/2014/main" id="{4499D798-A3CD-447C-ADDC-558E5BBE151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[CHAPITRE]</a:t>
            </a:r>
          </a:p>
        </p:txBody>
      </p:sp>
    </p:spTree>
    <p:extLst>
      <p:ext uri="{BB962C8B-B14F-4D97-AF65-F5344CB8AC3E}">
        <p14:creationId xmlns:p14="http://schemas.microsoft.com/office/powerpoint/2010/main" val="2058841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[Les étapes de la méthode]</a:t>
            </a:r>
          </a:p>
        </p:txBody>
      </p:sp>
      <p:sp>
        <p:nvSpPr>
          <p:cNvPr id="2" name="body">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1. [Préparer les éléments nécessaires.]</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2. [Réaliser l’opération.]</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3. [Vérifier le résultat.]</a:t>
            </a:r>
          </a:p>
        </p:txBody>
      </p:sp>
      <p:sp>
        <p:nvSpPr>
          <p:cNvPr id="4" name="eyebrow">
            <a:extLst xmlns:a="http://schemas.openxmlformats.org/drawingml/2006/main">
              <a:ext uri="{FF2B5EF4-FFF2-40B4-BE49-F238E27FC236}">
                <a16:creationId xmlns:a16="http://schemas.microsoft.com/office/drawing/2014/main" id="{CF2F366F-6AA9-4C83-A5A8-08A0CBA1254C}"/>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MÉTHODE</a:t>
            </a:r>
          </a:p>
        </p:txBody>
      </p:sp>
    </p:spTree>
    <p:extLst>
      <p:ext uri="{BB962C8B-B14F-4D97-AF65-F5344CB8AC3E}">
        <p14:creationId xmlns:p14="http://schemas.microsoft.com/office/powerpoint/2010/main" val="16807691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95A9163-CFC1-4B15-95EC-9EAA945259DA}"/>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[Ce que montre le visuel]</a:t>
            </a:r>
          </a:p>
        </p:txBody>
      </p:sp>
      <p:sp>
        <p:nvSpPr>
          <p:cNvPr id="3" name="eyebrow">
            <a:extLst xmlns:a="http://schemas.openxmlformats.org/drawingml/2006/main">
              <a:ext uri="{FF2B5EF4-FFF2-40B4-BE49-F238E27FC236}">
                <a16:creationId xmlns:a16="http://schemas.microsoft.com/office/drawing/2014/main" id="{C8CA1A37-BB2B-4814-B2FB-41C5EB48934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ILLUSTRATION</a:t>
            </a:r>
          </a:p>
        </p:txBody>
      </p:sp>
      <p:sp>
        <p:nvSpPr>
          <p:cNvPr id="8" name="Visuel à remplacer">
            <a:extLst xmlns:a="http://schemas.openxmlformats.org/drawingml/2006/main">
              <a:ext uri="{FF2B5EF4-FFF2-40B4-BE49-F238E27FC236}">
                <a16:creationId xmlns:a16="http://schemas.microsoft.com/office/drawing/2014/main" id="{B9AA53F6-41ED-481F-A639-6B12EA4F51A8}"/>
              </a:ext>
            </a:extLst>
          </p:cNvPr>
          <p:cNvSpPr>
            <a:spLocks xmlns:a="http://schemas.openxmlformats.org/drawingml/2006/main" noGrp="1"/>
          </p:cNvSpPr>
          <p:nvPr>
            <p:ph idx="3"/>
          </p:nvPr>
        </p:nvSpPr>
        <p:spPr>
          <a:xfrm xmlns:a="http://schemas.openxmlformats.org/drawingml/2006/main">
            <a:off x="609600" y="2095500"/>
            <a:ext cx="10972800" cy="3810000"/>
          </a:xfrm>
          <a:prstGeom xmlns:a="http://schemas.openxmlformats.org/drawingml/2006/main" prst="rect">
            <a:avLst/>
          </a:prstGeom>
          <a:solidFill xmlns:a="http://schemas.openxmlformats.org/drawingml/2006/main">
            <a:schemeClr val="bg2"/>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2"/>
                </a:solidFill>
                <a:latin typeface="Arial"/>
                <a:ea typeface="Arial"/>
                <a:cs typeface="Arial"/>
              </a:defRPr>
            </a:pPr>
            <a:r>
              <a:rPr sz="2100" b="0">
                <a:solidFill>
                  <a:schemeClr val="tx2"/>
                </a:solidFill>
                <a:latin typeface="Arial"/>
                <a:ea typeface="Arial"/>
                <a:cs typeface="Arial"/>
              </a:rPr>
              <a:t>[Image, tableau ou graphique]</a:t>
            </a:r>
          </a:p>
          <a:p xmlns:a="http://schemas.openxmlformats.org/drawingml/2006/main">
            <a:pPr marL="0" indent="0">
              <a:buNone/>
            </a:pPr>
            <a:r>
              <a:t/>
            </a:r>
          </a:p>
          <a:p xmlns:a="http://schemas.openxmlformats.org/drawingml/2006/main">
            <a:pPr marL="0" indent="0">
              <a:buNone/>
              <a:defRPr sz="2100" b="0">
                <a:solidFill>
                  <a:schemeClr val="tx2"/>
                </a:solidFill>
                <a:latin typeface="Arial"/>
                <a:ea typeface="Arial"/>
                <a:cs typeface="Arial"/>
              </a:defRPr>
            </a:pPr>
            <a:r>
              <a:rPr sz="2100" b="0">
                <a:solidFill>
                  <a:schemeClr val="tx2"/>
                </a:solidFill>
                <a:latin typeface="Arial"/>
                <a:ea typeface="Arial"/>
                <a:cs typeface="Arial"/>
              </a:rPr>
              <a:t>[Légende courte et source]</a:t>
            </a:r>
          </a:p>
        </p:txBody>
      </p:sp>
    </p:spTree>
    <p:extLst>
      <p:ext uri="{BB962C8B-B14F-4D97-AF65-F5344CB8AC3E}">
        <p14:creationId xmlns:p14="http://schemas.microsoft.com/office/powerpoint/2010/main" val="12588294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A253B35-2B25-447F-B758-9558F36875E1}"/>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[Code ou formule]</a:t>
            </a:r>
          </a:p>
        </p:txBody>
      </p:sp>
      <p:sp>
        <p:nvSpPr>
          <p:cNvPr id="2" name="body">
            <a:extLst xmlns:a="http://schemas.openxmlformats.org/drawingml/2006/main">
              <a:ext uri="{FF2B5EF4-FFF2-40B4-BE49-F238E27FC236}">
                <a16:creationId xmlns:a16="http://schemas.microsoft.com/office/drawing/2014/main" id="{31E1A4A7-16B3-491B-8CB0-C6714A1A77B2}"/>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Consolas"/>
                <a:ea typeface="Consolas"/>
                <a:cs typeface="Consolas"/>
              </a:defRPr>
            </a:pPr>
            <a:r>
              <a:rPr sz="2100" b="0">
                <a:solidFill>
                  <a:schemeClr val="tx1"/>
                </a:solidFill>
                <a:latin typeface="Consolas"/>
                <a:ea typeface="Consolas"/>
                <a:cs typeface="Consolas"/>
              </a:rPr>
              <a:t>[Première ligne]</a:t>
            </a:r>
          </a:p>
          <a:p xmlns:a="http://schemas.openxmlformats.org/drawingml/2006/main">
            <a:pPr marL="0" indent="0">
              <a:buNone/>
              <a:defRPr sz="2100" b="0">
                <a:solidFill>
                  <a:schemeClr val="tx1"/>
                </a:solidFill>
                <a:latin typeface="Consolas"/>
                <a:ea typeface="Consolas"/>
                <a:cs typeface="Consolas"/>
              </a:defRPr>
            </a:pPr>
            <a:r>
              <a:rPr sz="2100" b="0">
                <a:solidFill>
                  <a:schemeClr val="tx1"/>
                </a:solidFill>
                <a:latin typeface="Consolas"/>
                <a:ea typeface="Consolas"/>
                <a:cs typeface="Consolas"/>
              </a:rPr>
              <a:t>    [Ligne indentée]</a:t>
            </a:r>
          </a:p>
          <a:p xmlns:a="http://schemas.openxmlformats.org/drawingml/2006/main">
            <a:pPr marL="0" indent="0">
              <a:buNone/>
              <a:defRPr sz="2100" b="0">
                <a:solidFill>
                  <a:schemeClr val="tx1"/>
                </a:solidFill>
                <a:latin typeface="Consolas"/>
                <a:ea typeface="Consolas"/>
                <a:cs typeface="Consolas"/>
              </a:defRPr>
            </a:pPr>
            <a:r>
              <a:rPr sz="2100" b="0">
                <a:solidFill>
                  <a:schemeClr val="tx1"/>
                </a:solidFill>
                <a:latin typeface="Consolas"/>
                <a:ea typeface="Consolas"/>
                <a:cs typeface="Consolas"/>
              </a:rPr>
              <a:t>[Dernière ligne]</a:t>
            </a:r>
          </a:p>
        </p:txBody>
      </p:sp>
      <p:sp>
        <p:nvSpPr>
          <p:cNvPr id="4" name="eyebrow">
            <a:extLst xmlns:a="http://schemas.openxmlformats.org/drawingml/2006/main">
              <a:ext uri="{FF2B5EF4-FFF2-40B4-BE49-F238E27FC236}">
                <a16:creationId xmlns:a16="http://schemas.microsoft.com/office/drawing/2014/main" id="{4F8DB788-FF9A-4381-8FD1-CE59CBF01A11}"/>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EXEMPLE</a:t>
            </a:r>
          </a:p>
        </p:txBody>
      </p:sp>
    </p:spTree>
    <p:extLst>
      <p:ext uri="{BB962C8B-B14F-4D97-AF65-F5344CB8AC3E}">
        <p14:creationId xmlns:p14="http://schemas.microsoft.com/office/powerpoint/2010/main" val="21407957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E7A844E-C9FB-447D-A7B7-3B2D1CAFC028}"/>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Exercice · [Titre court]</a:t>
            </a:r>
          </a:p>
        </p:txBody>
      </p:sp>
      <p:sp>
        <p:nvSpPr>
          <p:cNvPr id="2" name="body">
            <a:extLst xmlns:a="http://schemas.openxmlformats.org/drawingml/2006/main">
              <a:ext uri="{FF2B5EF4-FFF2-40B4-BE49-F238E27FC236}">
                <a16:creationId xmlns:a16="http://schemas.microsoft.com/office/drawing/2014/main" id="{E951E33E-A631-4273-820F-8C88D5110BAD}"/>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Contexte : [situation à traiter].</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Travail demandé : [consigne].</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Livrable : [résultat attendu].</a:t>
            </a:r>
          </a:p>
          <a:p xmlns:a="http://schemas.openxmlformats.org/drawingml/2006/main">
            <a:pPr marL="0" indent="0">
              <a:buNone/>
              <a:defRPr sz="2100">
                <a:solidFill>
                  <a:schemeClr val="tx1"/>
                </a:solidFill>
                <a:latin typeface="Arial"/>
                <a:ea typeface="Arial"/>
                <a:cs typeface="Arial"/>
              </a:defRPr>
            </a:pPr>
            <a:r>
              <a:rPr sz="2100">
                <a:solidFill>
                  <a:schemeClr val="tx1"/>
                </a:solidFill>
                <a:latin typeface="Arial"/>
                <a:ea typeface="Arial"/>
                <a:cs typeface="Arial"/>
              </a:rPr>
              <a:t/>
            </a: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Modalités : [durée, groupe ou individuel].</a:t>
            </a:r>
          </a:p>
        </p:txBody>
      </p:sp>
      <p:sp>
        <p:nvSpPr>
          <p:cNvPr id="4" name="eyebrow">
            <a:extLst xmlns:a="http://schemas.openxmlformats.org/drawingml/2006/main">
              <a:ext uri="{FF2B5EF4-FFF2-40B4-BE49-F238E27FC236}">
                <a16:creationId xmlns:a16="http://schemas.microsoft.com/office/drawing/2014/main" id="{2A4559EC-9A99-45D8-BE2A-29A4CFDE8C98}"/>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MISE EN PRATIQUE</a:t>
            </a:r>
          </a:p>
        </p:txBody>
      </p:sp>
    </p:spTree>
    <p:extLst>
      <p:ext uri="{BB962C8B-B14F-4D97-AF65-F5344CB8AC3E}">
        <p14:creationId xmlns:p14="http://schemas.microsoft.com/office/powerpoint/2010/main" val="3799605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À retenir</a:t>
            </a:r>
          </a:p>
        </p:txBody>
      </p:sp>
      <p:sp>
        <p:nvSpPr>
          <p:cNvPr id="2" name="body">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[Première idée essentielle.]</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[Deuxième idée essentielle.]</a:t>
            </a:r>
          </a:p>
          <a:p xmlns:a="http://schemas.openxmlformats.org/drawingml/2006/main">
            <a:pPr marL="0" indent="0">
              <a:buNone/>
              <a:defRPr sz="2100">
                <a:solidFill>
                  <a:schemeClr val="tx1"/>
                </a:solidFill>
                <a:latin typeface="Arial"/>
                <a:ea typeface="Arial"/>
                <a:cs typeface="Arial"/>
              </a:defRPr>
            </a:pPr>
            <a:r>
              <a:t/>
            </a:r>
            <a:endParaRPr sz="2100">
              <a:solidFill>
                <a:schemeClr val="tx1"/>
              </a:solidFill>
              <a:latin typeface="Arial"/>
              <a:ea typeface="Arial"/>
              <a:cs typeface="Arial"/>
            </a:endParaRP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[Application ou prochaine étape.]</a:t>
            </a:r>
          </a:p>
        </p:txBody>
      </p:sp>
      <p:sp>
        <p:nvSpPr>
          <p:cNvPr id="4" name="eyebrow">
            <a:extLst xmlns:a="http://schemas.openxmlformats.org/drawingml/2006/main">
              <a:ext uri="{FF2B5EF4-FFF2-40B4-BE49-F238E27FC236}">
                <a16:creationId xmlns:a16="http://schemas.microsoft.com/office/drawing/2014/main" id="{1F52E310-6CC2-4F5A-A49C-8175EA627602}"/>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SYNTHÈSE</a:t>
            </a:r>
          </a:p>
        </p:txBody>
      </p:sp>
    </p:spTree>
    <p:extLst>
      <p:ext uri="{BB962C8B-B14F-4D97-AF65-F5344CB8AC3E}">
        <p14:creationId xmlns:p14="http://schemas.microsoft.com/office/powerpoint/2010/main" val="7658817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DCF0C5-144B-492F-B4DE-7D9C2239C687}"/>
              </a:ext>
            </a:extLst>
          </p:cNvPr>
          <p:cNvSpPr>
            <a:spLocks xmlns:a="http://schemas.openxmlformats.org/drawingml/2006/main" noGrp="1"/>
          </p:cNvSpPr>
          <p:nvPr>
            <p:ph type="title" idx="0"/>
          </p:nvPr>
        </p:nvSpPr>
        <p:spPr>
          <a:xfrm xmlns:a="http://schemas.openxmlformats.org/drawingml/2006/main">
            <a:off x="609600" y="933450"/>
            <a:ext cx="10972800"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3300" b="1">
                <a:solidFill>
                  <a:schemeClr val="accent1"/>
                </a:solidFill>
                <a:latin typeface="Arial"/>
                <a:ea typeface="Arial"/>
                <a:cs typeface="Arial"/>
              </a:defRPr>
            </a:pPr>
            <a:r>
              <a:rPr sz="3300" b="1">
                <a:solidFill>
                  <a:schemeClr val="accent1"/>
                </a:solidFill>
                <a:latin typeface="Arial"/>
                <a:ea typeface="Arial"/>
                <a:cs typeface="Arial"/>
              </a:rPr>
              <a:t>Pour aller plus loin</a:t>
            </a:r>
          </a:p>
        </p:txBody>
      </p:sp>
      <p:sp>
        <p:nvSpPr>
          <p:cNvPr id="2" name="body">
            <a:extLst xmlns:a="http://schemas.openxmlformats.org/drawingml/2006/main">
              <a:ext uri="{FF2B5EF4-FFF2-40B4-BE49-F238E27FC236}">
                <a16:creationId xmlns:a16="http://schemas.microsoft.com/office/drawing/2014/main" id="{70909B7B-DE13-44EF-A97A-FF8DA1976CD9}"/>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[Auteur / organisme] — [Titre, date ou version].</a:t>
            </a: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[URL ou référence bibliographique]</a:t>
            </a:r>
            <a:endParaRPr sz="2100">
              <a:solidFill>
                <a:schemeClr val="tx1"/>
              </a:solidFill>
              <a:latin typeface="Arial"/>
              <a:ea typeface="Arial"/>
              <a:cs typeface="Arial"/>
            </a:endParaRPr>
          </a:p>
          <a:p xmlns:a="http://schemas.openxmlformats.org/drawingml/2006/main">
            <a:pPr marL="0" indent="0">
              <a:buNone/>
              <a:defRPr sz="2100">
                <a:solidFill>
                  <a:schemeClr val="tx1"/>
                </a:solidFill>
                <a:latin typeface="Arial"/>
                <a:ea typeface="Arial"/>
                <a:cs typeface="Arial"/>
              </a:defRPr>
            </a:pPr>
            <a:r>
              <a:rPr sz="2100">
                <a:solidFill>
                  <a:schemeClr val="tx1"/>
                </a:solidFill>
                <a:latin typeface="Arial"/>
                <a:ea typeface="Arial"/>
                <a:cs typeface="Arial"/>
              </a:rPr>
              <a:t/>
            </a:r>
          </a:p>
          <a:p xmlns:a="http://schemas.openxmlformats.org/drawingml/2006/main">
            <a:pPr marL="0" indent="0">
              <a:buNone/>
              <a:defRPr sz="2100" b="0">
                <a:solidFill>
                  <a:schemeClr val="tx1"/>
                </a:solidFill>
                <a:latin typeface="Arial"/>
                <a:ea typeface="Arial"/>
                <a:cs typeface="Arial"/>
              </a:defRPr>
            </a:pPr>
            <a:r>
              <a:rPr sz="2100" b="0">
                <a:solidFill>
                  <a:schemeClr val="tx1"/>
                </a:solidFill>
                <a:latin typeface="Arial"/>
                <a:ea typeface="Arial"/>
                <a:cs typeface="Arial"/>
              </a:rPr>
              <a:t>[Autre ressource ou activité conseillée.]</a:t>
            </a:r>
            <a:endParaRPr sz="2100">
              <a:solidFill>
                <a:schemeClr val="tx1"/>
              </a:solidFill>
              <a:latin typeface="Arial"/>
              <a:ea typeface="Arial"/>
              <a:cs typeface="Arial"/>
            </a:endParaRPr>
          </a:p>
        </p:txBody>
      </p:sp>
      <p:sp>
        <p:nvSpPr>
          <p:cNvPr id="4" name="eyebrow">
            <a:extLst xmlns:a="http://schemas.openxmlformats.org/drawingml/2006/main">
              <a:ext uri="{FF2B5EF4-FFF2-40B4-BE49-F238E27FC236}">
                <a16:creationId xmlns:a16="http://schemas.microsoft.com/office/drawing/2014/main" id="{4499D798-A3CD-447C-ADDC-558E5BBE1519}"/>
              </a:ext>
            </a:extLst>
          </p:cNvPr>
          <p:cNvSpPr>
            <a:spLocks xmlns:a="http://schemas.openxmlformats.org/drawingml/2006/main" noGrp="1"/>
          </p:cNvSpPr>
          <p:nvPr/>
        </p:nvSpPr>
        <p:spPr>
          <a:xfrm xmlns:a="http://schemas.openxmlformats.org/drawingml/2006/main">
            <a:off x="609600" y="3619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chemeClr val="accent2"/>
                </a:solidFill>
                <a:latin typeface="Arial"/>
                <a:ea typeface="Arial"/>
                <a:cs typeface="Arial"/>
              </a:defRPr>
            </a:pPr>
            <a:r>
              <a:rPr sz="1350" b="1">
                <a:solidFill>
                  <a:schemeClr val="accent2"/>
                </a:solidFill>
                <a:latin typeface="Arial"/>
                <a:ea typeface="Arial"/>
                <a:cs typeface="Arial"/>
              </a:rPr>
              <a:t>RESSOURCES</a:t>
            </a:r>
          </a:p>
        </p:txBody>
      </p:sp>
    </p:spTree>
    <p:extLst>
      <p:ext uri="{BB962C8B-B14F-4D97-AF65-F5344CB8AC3E}">
        <p14:creationId xmlns:p14="http://schemas.microsoft.com/office/powerpoint/2010/main" val="205884188"/>
      </p:ext>
    </p:extLst>
  </p:cSld>
</p:sld>
</file>

<file path=ppt/theme/theme1.xml><?xml version="1.0" encoding="utf-8"?>
<a:theme xmlns:a="http://schemas.openxmlformats.org/drawingml/2006/main" name="ChatGPT">
  <a:themeElements>
    <a:clrScheme name="3iL Programmes Experts">
      <a:dk1>
        <a:srgbClr val="122F37"/>
      </a:dk1>
      <a:lt1>
        <a:srgbClr val="FFFFFF"/>
      </a:lt1>
      <a:dk2>
        <a:srgbClr val="005067"/>
      </a:dk2>
      <a:lt2>
        <a:srgbClr val="EDF4F5"/>
      </a:lt2>
      <a:accent1>
        <a:srgbClr val="005067"/>
      </a:accent1>
      <a:accent2>
        <a:srgbClr val="E84D0D"/>
      </a:accent2>
      <a:accent3>
        <a:srgbClr val="3E338B"/>
      </a:accent3>
      <a:accent4>
        <a:srgbClr val="B81367"/>
      </a:accent4>
      <a:accent5>
        <a:srgbClr val="086694"/>
      </a:accent5>
      <a:accent6>
        <a:srgbClr val="00A9A6"/>
      </a:accent6>
      <a:hlink>
        <a:srgbClr val="086694"/>
      </a:hlink>
      <a:folHlink>
        <a:srgbClr val="3E338B"/>
      </a:folHlink>
    </a:clrScheme>
    <a:fontScheme name="Office">
      <a:majorFont>
        <a:latin typeface="Calibri Light"/>
        <a:ea typeface="Calibri Light"/>
        <a:cs typeface="Calibri Light"/>
      </a:majorFont>
      <a:minorFont>
        <a:latin typeface="Calibri"/>
        <a:ea typeface="Calibri"/>
        <a:cs typeface="Calibri"/>
      </a:minorFont>
    </a:fontScheme>
    <a:fmtScheme name="3iL Programmes Exper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2026-09-04T12:25:46.1670000Z</dcterms:created>
  <dcterms:modified xsi:type="dcterms:W3CDTF">2026-09-04T12:25:46.1670000Z</dcterms:modified>
</coreProperties>
</file>